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19456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0"/>
            <a:ext cx="3200400" cy="2194560"/>
          </a:xfrm>
          <a:prstGeom prst="rect">
            <a:avLst/>
          </a:prstGeom>
          <a:solidFill>
            <a:srgbClr val="1A4F4E"/>
          </a:solidFill>
          <a:ln w="12700">
            <a:solidFill>
              <a:srgbClr val="1A4F4E"/>
            </a:solidFill>
            <a:prstDash val="solid"/>
          </a:ln>
        </p:spPr>
      </p:sp>
      <p:pic>
        <p:nvPicPr>
          <p:cNvPr id="4" name="Image 0" descr="C:\Users\JBeaton\asset-quality-webapp\screenshots\01_home.jp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5029200" y="182880"/>
            <a:ext cx="3931920" cy="2468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82880"/>
            <a:ext cx="3931920" cy="2468880"/>
          </a:xfrm>
          <a:prstGeom prst="rect">
            <a:avLst/>
          </a:prstGeom>
          <a:solidFill>
            <a:srgbClr val="0F172A">
              <a:alpha val="50000"/>
            </a:srgbClr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74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C39A"/>
                </a:solidFill>
              </a:rPr>
              <a:t>ENSHORE SUBSEA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858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Integrated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Management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</a:rPr>
              <a:t>System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One platform. Every department.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F2F0"/>
                </a:solidFill>
              </a:rPr>
              <a:t>Quality · HSE · Document Control · Risk · Assets · Actions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931920"/>
            <a:ext cx="1371600" cy="27432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Live Dashboards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011680" y="3931920"/>
            <a:ext cx="1371600" cy="274320"/>
          </a:xfrm>
          <a:prstGeom prst="rect">
            <a:avLst/>
          </a:prstGeom>
          <a:solidFill>
            <a:srgbClr val="2F7F7D"/>
          </a:solidFill>
          <a:ln w="12700">
            <a:solidFill>
              <a:srgbClr val="2F7F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1168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Auto PDF Reports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566160" y="3931920"/>
            <a:ext cx="1371600" cy="27432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6616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Mobile Friendly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57200" y="4279392"/>
            <a:ext cx="1371600" cy="274320"/>
          </a:xfrm>
          <a:prstGeom prst="rect">
            <a:avLst/>
          </a:prstGeom>
          <a:solidFill>
            <a:srgbClr val="2F7F7D"/>
          </a:solidFill>
          <a:ln w="12700">
            <a:solidFill>
              <a:srgbClr val="2F7F7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QR Code Access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011680" y="4279392"/>
            <a:ext cx="1371600" cy="27432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Role-Based Security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566160" y="4279392"/>
            <a:ext cx="1371600" cy="274320"/>
          </a:xfrm>
          <a:prstGeom prst="rect">
            <a:avLst/>
          </a:prstGeom>
          <a:solidFill>
            <a:srgbClr val="2F7F7D"/>
          </a:solidFill>
          <a:ln w="12700">
            <a:solidFill>
              <a:srgbClr val="2F7F7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</a:rPr>
              <a:t>Paperless Workflow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Bespoke for Enshore Subsea  ·  Cloud-hosted  ·  Always-on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Sound familiar?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D4D2"/>
                </a:solidFill>
              </a:rPr>
              <a:t>The old way of managing HSEQ — scattered, slow, and impossible to audit.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258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F"/>
                </a:solidFill>
              </a:rPr>
              <a:t>Documents scattered across shared drives — no version control, no review dates, no audit trail.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F"/>
                </a:solidFill>
              </a:rPr>
              <a:t>Review and approval chased over email — no visibility of who's approved what or when.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F"/>
                </a:solidFill>
              </a:rPr>
              <a:t>Inspections on paper forms — data entered hours later, findings lost, reports never generated.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0896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31089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F"/>
                </a:solidFill>
              </a:rPr>
              <a:t>Monthly HSEQ reports take hours to compile from multiple Excel sheets and folders.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8229600" cy="50292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70332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0332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703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F"/>
                </a:solidFill>
              </a:rPr>
              <a:t>Actions raised in meetings, written on whiteboards — no tracking, no accountability, no closure.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97680"/>
            <a:ext cx="54864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97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4297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F0EF"/>
                </a:solidFill>
              </a:rPr>
              <a:t>Audit preparation means a frantic search for evidence across email threads and network drives.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THE ENSHORE IMS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One connected system. Zero paper. Total visibility.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38912" y="1307592"/>
            <a:ext cx="5029200" cy="31089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02920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34440"/>
            <a:ext cx="5029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12893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893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2893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1271016"/>
            <a:ext cx="4434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1261872"/>
            <a:ext cx="4407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4" name="Image 0" descr="C:\Users\JBeaton\asset-quality-webapp\screenshots\01_ho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35608"/>
            <a:ext cx="4992624" cy="288950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65760" y="437997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IMS Command Hub — every module in one place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623560" y="12344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23560" y="1234440"/>
            <a:ext cx="164592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2356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23560" y="1673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Cloud-hosted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23560" y="1892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Access from any device, anywhere — no VPN, no install.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623560" y="224028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623560" y="2240280"/>
            <a:ext cx="164592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235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23560" y="26791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Mobile-first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623560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mobile support for on-site inspections and field capture.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623560" y="32461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23560" y="3246120"/>
            <a:ext cx="164592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623560" y="3685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Fully connected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623560" y="39044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Every module feeds the same operational picture — no silos.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7406640" y="12344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406640" y="1234440"/>
            <a:ext cx="164592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0664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406640" y="1673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Always live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7406640" y="189280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Real-time dashboards update the moment data is entered.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406640" y="224028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406640" y="2240280"/>
            <a:ext cx="164592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4066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7406640" y="26791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Role-based access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7406640" y="28986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Staff see only what they need to see — built-in security.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7406640" y="324612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406640" y="3246120"/>
            <a:ext cx="164592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406640" y="3337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7406640" y="3685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Auto-reports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406640" y="390448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One click generates a fully formatted PDF report — no Excel.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Live, Interactive Dashboards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D4D2"/>
                </a:solidFill>
              </a:rPr>
              <a:t>Every module has its own live dashboard — KPIs, charts, and overdue alerts updating in real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170432"/>
            <a:ext cx="2743200" cy="17373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2743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15214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152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15214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133856"/>
            <a:ext cx="2148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12471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02_quali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298448"/>
            <a:ext cx="2706624" cy="151790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2871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Quality Dashboard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73552" y="1170432"/>
            <a:ext cx="2743200" cy="17373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109728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00400" y="1097280"/>
            <a:ext cx="2743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73552" y="115214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01568" y="1152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29584" y="115214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03320" y="1133856"/>
            <a:ext cx="2148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12464" y="112471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23" name="Image 1" descr="C:\Users\JBeaton\asset-quality-webapp\screenshots\03_hs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298448"/>
            <a:ext cx="2706624" cy="15179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00400" y="2871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HSE Dashboard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199632" y="1170432"/>
            <a:ext cx="2743200" cy="17373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126480" y="109728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26480" y="1097280"/>
            <a:ext cx="2743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99632" y="115214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27648" y="1152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55664" y="115214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629400" y="1133856"/>
            <a:ext cx="2148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638544" y="112471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33" name="Image 2" descr="C:\Users\JBeaton\asset-quality-webapp\screenshots\09_asset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298448"/>
            <a:ext cx="2706624" cy="151790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126480" y="2871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Asset Dashboard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347472" y="3090672"/>
            <a:ext cx="2743200" cy="17373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74320" y="301752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274320" y="3017520"/>
            <a:ext cx="2743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347472" y="30723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75488" y="30723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03504" y="30723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77240" y="3054096"/>
            <a:ext cx="2148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786384" y="304495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43" name="Image 3" descr="C:\Users\JBeaton\asset-quality-webapp\screenshots\06_nc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3218688"/>
            <a:ext cx="2706624" cy="1517904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274320" y="4791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NCR / CAPA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3273552" y="3090672"/>
            <a:ext cx="2743200" cy="17373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200400" y="3017520"/>
            <a:ext cx="2743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3273552" y="30723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3401568" y="30723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3529584" y="30723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703320" y="3054096"/>
            <a:ext cx="2148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3712464" y="304495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53" name="Image 4" descr="C:\Users\JBeaton\asset-quality-webapp\screenshots\08_risk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3218688"/>
            <a:ext cx="2706624" cy="1517904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3200400" y="4791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Risk Dashboard</a:t>
            </a:r>
            <a:endParaRPr lang="en-US" sz="800" dirty="0"/>
          </a:p>
        </p:txBody>
      </p:sp>
      <p:sp>
        <p:nvSpPr>
          <p:cNvPr id="55" name="Shape 48"/>
          <p:cNvSpPr/>
          <p:nvPr/>
        </p:nvSpPr>
        <p:spPr>
          <a:xfrm>
            <a:off x="6199632" y="3090672"/>
            <a:ext cx="2743200" cy="173736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6126480" y="3017520"/>
            <a:ext cx="274320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6126480" y="3017520"/>
            <a:ext cx="27432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6199632" y="30723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6327648" y="30723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6455664" y="30723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6629400" y="3054096"/>
            <a:ext cx="21488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6638544" y="3044952"/>
            <a:ext cx="21214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63" name="Image 5" descr="C:\Users\JBeaton\asset-quality-webapp\screenshots\13_actions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3218688"/>
            <a:ext cx="2706624" cy="1517904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126480" y="47914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Action Management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DOCUMENT CONTROL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F172A"/>
                </a:solidFill>
              </a:rPr>
              <a:t>468 controlled documents.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F172A"/>
                </a:solidFill>
              </a:rPr>
              <a:t>One register. Always current.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Forget searching shared drives or emailing for the latest revision.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Every document — procedures, forms, certificates — is version-controlled,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review-dated, and accessible to the right people instantly.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36592" y="621792"/>
            <a:ext cx="4297680" cy="27432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548640"/>
            <a:ext cx="429768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548640"/>
            <a:ext cx="429768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6035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603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92624" y="6035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585216"/>
            <a:ext cx="370332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75504" y="576072"/>
            <a:ext cx="3675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5" name="Image 0" descr="C:\Users\JBeaton\asset-quality-webapp\screenshots\04_docume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749808"/>
            <a:ext cx="4261104" cy="2523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663440" y="33284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Document Control Dashboard — 468 live documents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2578608"/>
            <a:ext cx="1005840" cy="713232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2624328"/>
            <a:ext cx="10058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468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457200" y="2992283"/>
            <a:ext cx="10058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Total Documents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572768" y="2578608"/>
            <a:ext cx="1005840" cy="713232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572768" y="2624328"/>
            <a:ext cx="10058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425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572768" y="2992283"/>
            <a:ext cx="10058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Live &amp; Approved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688336" y="2578608"/>
            <a:ext cx="100584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688336" y="2624328"/>
            <a:ext cx="10058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61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2688336" y="2992283"/>
            <a:ext cx="10058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Reviews Overdue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803904" y="2578608"/>
            <a:ext cx="1005840" cy="713232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803904" y="2624328"/>
            <a:ext cx="100584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Auto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3803904" y="2992283"/>
            <a:ext cx="100584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PDF Generated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57200" y="34290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✅  Auto document numbering (Dept + Type + Sequence)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37033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✅  Draft → Review → Approval → Live workflow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39776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✅  Email notifications at every workflow step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57200" y="425196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✅  Full revision history and archive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57200" y="452628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✅  Overdue review alerts on the dashboard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57200" y="480060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✅  PDF report pack — one click, fully formatted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Your full document library.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Searchable. Filterable. Live.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Find any document in seconds. Filter by department, type, status, owner, or review date.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Click any row to open the full document detail, upload files, and trigger workflow.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645152" y="347472"/>
            <a:ext cx="4343400" cy="283464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74320"/>
            <a:ext cx="43434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274320"/>
            <a:ext cx="43434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5152" y="3291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3291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3291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310896"/>
            <a:ext cx="37490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301752"/>
            <a:ext cx="3721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05_doc_regis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88" y="475488"/>
            <a:ext cx="4306824" cy="2615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0" y="3145536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Document Register — 468 records, live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3246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• Document No.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926080" y="324612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0EF"/>
                </a:solidFill>
              </a:rPr>
              <a:t>Auto-generated, structured, unique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3657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• Live Status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926080" y="3657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0EF"/>
                </a:solidFill>
              </a:rPr>
              <a:t>Approved / Draft / In Review at a glance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• Next Review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406908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0EF"/>
                </a:solidFill>
              </a:rPr>
              <a:t>In Date / Overdue flagged automatically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4480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• Workflow Status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926080" y="448056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F0EF"/>
                </a:solidFill>
              </a:rPr>
              <a:t>Current stage visible on every row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One click.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Instant PDF report.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D4D2"/>
                </a:solidFill>
              </a:rPr>
              <a:t>No more copying data into Word. No more waiting for someone to compile the monthly report.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743200" cy="132588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745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📋  NCR / CAPA Report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Full nonconformance register with status, severity, root cause, actions, and closure rate. Auto-numbered, department-branded.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73552" y="1874520"/>
            <a:ext cx="2743200" cy="1325880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8745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🔒  PTW Report Pack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0712" y="23317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Every Permit to Work as a formatted PDF — work description, hazards, precautions, signatures, and close-out status.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81344" y="1874520"/>
            <a:ext cx="2743200" cy="132588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87452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18504" y="1984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🔍  Inspection Report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18504" y="23317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Site inspection checklists converted to PDF — findings, pass/fail, evidence photos, linked corrective actions.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743200" cy="132588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⚠️  AINM Report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7947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Accident, Incident and Near Miss investigation packs — event details, investigation, root cause, and preventive actions.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73552" y="3337560"/>
            <a:ext cx="2743200" cy="1325880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333756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📊  Monthly HSEQ Pack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10712" y="37947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Combined performance report — KPIs, trend charts, open actions, overdue items — all auto-populated from live data.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3337560"/>
            <a:ext cx="2743200" cy="1325880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3337560"/>
            <a:ext cx="27432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18504" y="3447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📄  Document Register Report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18504" y="379476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Full controlled document register as a PDF — status, revision, owner, review dates — for client or auditor submission.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⚡  Reports are generated in seconds directly from live system data — no manual data entry, no errors, no delays.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HSE MANAGEMENT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621792"/>
            <a:ext cx="4114800" cy="2560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4864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48640"/>
            <a:ext cx="41148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6035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603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6035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85216"/>
            <a:ext cx="35204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576072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03_h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749808"/>
            <a:ext cx="4078224" cy="23408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31455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HSE Dashboard — live AINM, inspection, and action KPIs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45152" y="621792"/>
            <a:ext cx="4297680" cy="2560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548640"/>
            <a:ext cx="429768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548640"/>
            <a:ext cx="429768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6035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73168" y="603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01184" y="6035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585216"/>
            <a:ext cx="370332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84064" y="576072"/>
            <a:ext cx="3675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23" name="Image 1" descr="C:\Users\JBeaton\asset-quality-webapp\screenshots\11_ain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749808"/>
            <a:ext cx="4261104" cy="234086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572000" y="31455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AINM — Accident, Incident &amp; Near Miss register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74320" y="32735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7432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🚨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274320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AINM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347472" y="4005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Log accidents, incidents and near misses. Two-part investigation workflow with automatic report generation.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1993392" y="32735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1993392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1993392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Observations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2066544" y="4005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Positive and negative safety observations. Public submission link for field teams — no login needed.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3712464" y="32735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0"/>
          <p:cNvSpPr/>
          <p:nvPr/>
        </p:nvSpPr>
        <p:spPr>
          <a:xfrm>
            <a:off x="3712464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3712464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Permit to Work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3785616" y="4005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Digital PTW with 6-stage workflow — work type, description, precautions, issue, extensions, closure.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5431536" y="32735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5431536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9" name="Text 35"/>
          <p:cNvSpPr/>
          <p:nvPr/>
        </p:nvSpPr>
        <p:spPr>
          <a:xfrm>
            <a:off x="5431536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Inspections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5504688" y="4005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live digital inspection forms — mobile-friendly, evidence upload, PDF output, register tracking.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7150608" y="32735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7150608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7150608" y="37490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HSE Calendar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7223760" y="400507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Recurring inspection planner — overdue items flagged, upcoming schedule visible.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On the job.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On your phone.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No clipboards. No paper forms. No transcription errors.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Inspect on-site, enter findings in real time, upload photo evidence,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and generate the PDF report before you leave the platform.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10912" y="347472"/>
            <a:ext cx="3931920" cy="2560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27432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0" y="274320"/>
            <a:ext cx="393192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10912" y="3291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38928" y="3291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66944" y="3291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310896"/>
            <a:ext cx="333756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9824" y="30175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10_inspec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475488"/>
            <a:ext cx="3895344" cy="23408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37760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HSE Inspections — 6 digital forms, mobile-ready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2240280"/>
            <a:ext cx="2148840" cy="8412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22402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14400" y="2313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Mobile-Friendly Interface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14400" y="258775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4D2"/>
                </a:solidFill>
              </a:rPr>
              <a:t>Touch-optimised controls for use on tablets and phones on-site. No pinching or zooming needed.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65760" y="3200400"/>
            <a:ext cx="2148840" cy="8412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8912" y="32004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4400" y="3273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Evidence Photo Upload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14400" y="354787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4D2"/>
                </a:solidFill>
              </a:rPr>
              <a:t>Capture and attach photos directly from your device camera — evidence linked to the specific finding.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65760" y="4160520"/>
            <a:ext cx="2148840" cy="8412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41605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14400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Instant PDF Output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14400" y="450799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4D2"/>
                </a:solidFill>
              </a:rPr>
              <a:t>Completed inspection auto-generates a branded, formatted PDF — ready for the client or file within seconds.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651760" y="2240280"/>
            <a:ext cx="2148840" cy="8412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24912" y="224028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200400" y="23134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6 Live Forms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200400" y="258775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4D2"/>
                </a:solidFill>
              </a:rPr>
              <a:t>Vessel Pre-Sail, Workplace (Office / Offshore / Base &amp; Site / Mobilisation / Dropped Objects) — all digitised.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651760" y="3200400"/>
            <a:ext cx="2148840" cy="8412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24912" y="320040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200400" y="3273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Register Tracking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00400" y="354787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4D2"/>
                </a:solidFill>
              </a:rPr>
              <a:t>Every inspection saved to the register — searchable, filterable, with open findings tracked to closure.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2651760" y="4160520"/>
            <a:ext cx="2148840" cy="8412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24912" y="4160520"/>
            <a:ext cx="457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3200400" y="4233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Public QR Observation Link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00400" y="450799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D4D2"/>
                </a:solidFill>
              </a:rPr>
              <a:t>Share a QR code for anonymous safety observations from the field — no login, instant submission.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Functional QR Codes.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Instant field access.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Public Safety Observation Link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8470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D4D2"/>
                </a:solidFill>
              </a:rPr>
              <a:t>Post a QR code on-site or offshore. Workers scan and submit safety observations instantly — no login, no app download, no friction.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74980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317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240487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Asset Inspection Access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271576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D4D2"/>
                </a:solidFill>
              </a:rPr>
              <a:t>QR code on each piece of equipment links directly to that asset's inspection form — one scan and the right form opens pre-populated.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74980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0040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2004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32735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Permit to Work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58444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D4D2"/>
                </a:solidFill>
              </a:rPr>
              <a:t>QR code on work areas links to the active PTW — supervisors scan to confirm controls in place before work starts.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8229600" cy="74980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69080"/>
            <a:ext cx="64008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690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41422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Document Quick Access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34440" y="445312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D4D2"/>
                </a:solidFill>
              </a:rPr>
              <a:t>QR codes on physical equipment or notice boards link to the live controlled document — always the current revision, not a printed copy.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937760"/>
            <a:ext cx="82296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11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QUALITY MANAGEMENT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47472" y="621792"/>
            <a:ext cx="4114800" cy="260604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548640"/>
            <a:ext cx="411480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48640"/>
            <a:ext cx="411480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6035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603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6035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585216"/>
            <a:ext cx="352044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576072"/>
            <a:ext cx="3493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06_nc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749808"/>
            <a:ext cx="4078224" cy="23865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31912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NCR / CAPA Dashboard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645152" y="621792"/>
            <a:ext cx="4297680" cy="260604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548640"/>
            <a:ext cx="4297680" cy="26060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548640"/>
            <a:ext cx="429768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45152" y="6035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73168" y="603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901184" y="6035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585216"/>
            <a:ext cx="370332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84064" y="576072"/>
            <a:ext cx="3675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23" name="Image 1" descr="C:\Users\JBeaton\asset-quality-webapp\screenshots\07_mo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749808"/>
            <a:ext cx="4261104" cy="23865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572000" y="319125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Management of Change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74320" y="331012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274320" y="3310128"/>
            <a:ext cx="201168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5760" y="3401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⚠️  NCR / CAPA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36576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Log nonconformances, assign root cause, corrective and preventive actions. Track to closure with full audit trail.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2423160" y="331012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423160" y="3310128"/>
            <a:ext cx="201168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514600" y="3401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🔄  Management of Change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251460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Formal MOC process — temporary and permanent changes, impact assessment, approval routing, expiry tracking.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572000" y="331012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572000" y="3310128"/>
            <a:ext cx="201168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63440" y="3401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🔍  Audits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66344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Internal and external audit programme, findings register, corrective actions, and programme status reporting.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720840" y="3310128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6720840" y="3310128"/>
            <a:ext cx="2011680" cy="54864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812280" y="3401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📊  Quality Dashboard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812280" y="3749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Live KPIs — open NCRs, audit findings, MOC workload, overdue actions, closure rates — all in one view.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12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Risk Management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D4D2"/>
                </a:solidFill>
              </a:rPr>
              <a:t>Identify, assess, control and review risks — with a live register, rating matrix, and audit-ready reporting.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389120" cy="27432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3891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38912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2435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435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2435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225296"/>
            <a:ext cx="379476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21615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08_ris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389888"/>
            <a:ext cx="4352544" cy="25237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39684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Risk Management Dashboard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846320" y="1188720"/>
            <a:ext cx="4023360" cy="3840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56048" y="126187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1188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0EF"/>
                </a:solidFill>
              </a:rPr>
              <a:t>Live risk register with inherent and residual ratings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846320" y="1627632"/>
            <a:ext cx="4023360" cy="38404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56048" y="170078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16276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0EF"/>
                </a:solidFill>
              </a:rPr>
              <a:t>Controls register — document controls and track effectiveness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846320" y="2066544"/>
            <a:ext cx="4023360" cy="3840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56048" y="21396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0" y="20665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0EF"/>
                </a:solidFill>
              </a:rPr>
              <a:t>Opportunities register — track improvement potential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846320" y="2505456"/>
            <a:ext cx="4023360" cy="38404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56048" y="25786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0" y="25054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0EF"/>
                </a:solidFill>
              </a:rPr>
              <a:t>Formal review scheduling — overdue reviews flagged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46320" y="2944368"/>
            <a:ext cx="4023360" cy="384048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56048" y="30175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12080" y="2944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0EF"/>
                </a:solidFill>
              </a:rPr>
              <a:t>Risk by category, department, and rating dashboards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46320" y="3383280"/>
            <a:ext cx="4023360" cy="38404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56048" y="3456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33832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F0EF"/>
                </a:solidFill>
              </a:rPr>
              <a:t>One-click PDF risk register export for client/audit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13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ASSET MANAGEMENT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645152" y="621792"/>
            <a:ext cx="4297680" cy="292608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548640"/>
            <a:ext cx="429768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548640"/>
            <a:ext cx="429768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45152" y="60350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603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01184" y="60350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585216"/>
            <a:ext cx="370332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576072"/>
            <a:ext cx="3675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09_ass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0288" y="749808"/>
            <a:ext cx="4261104" cy="27066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0" y="351129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Asset Dashboard — overdue attention board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65760" y="594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F172A"/>
                </a:solidFill>
              </a:rPr>
              <a:t>Never miss a calibration.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0F172A"/>
                </a:solidFill>
              </a:rPr>
              <a:t>Never miss an inspection.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65760" y="15544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The Asset Dashboard flags overdue calibrations, inspections, and maintenance items the moment they fall due — no spreadsheet chasing needed.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2423160"/>
            <a:ext cx="914400" cy="6858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65760" y="2468880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365760" y="2820924"/>
            <a:ext cx="9144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Registered Assets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389888" y="2423160"/>
            <a:ext cx="9144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389888" y="2468880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1389888" y="2820924"/>
            <a:ext cx="9144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Inspections Overdue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414016" y="2423160"/>
            <a:ext cx="914400" cy="6858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414016" y="2468880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0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2414016" y="2820924"/>
            <a:ext cx="9144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Calibrations Overdue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438144" y="2423160"/>
            <a:ext cx="914400" cy="6858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438144" y="2468880"/>
            <a:ext cx="91440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3438144" y="2820924"/>
            <a:ext cx="9144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F0EF"/>
                </a:solidFill>
              </a:rPr>
              <a:t>Recent Activity Items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65760" y="32461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Asset register with document ID codes for QR linking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65760" y="3547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Calibration tracking — certificates, due dates, alerts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65760" y="38496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Inspection scheduling and history per asset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65760" y="4151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Maintenance work orders — planned and reactive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365760" y="4453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• Overdue Attention Board — all asset issues in one view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• Reports — calibration status, inspection compliance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14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Every action. Tracked. Closed.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D4D2"/>
                </a:solidFill>
              </a:rPr>
              <a:t>Actions from every module — Quality, HSE, Risk, Assets — flow into one central register.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D4D2"/>
                </a:solidFill>
              </a:rPr>
              <a:t>Nothing slips through the cracks.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4389120" cy="283464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53312"/>
            <a:ext cx="438912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53312"/>
            <a:ext cx="438912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408176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408176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379476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380744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13_action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554480"/>
            <a:ext cx="4352544" cy="261518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74320" y="4224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Action Intelligence Dashboard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892040" y="1353312"/>
            <a:ext cx="3977640" cy="493776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1353312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68112" y="138988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Intelligence Dashboard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68112" y="1609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4D2"/>
                </a:solidFill>
              </a:rPr>
              <a:t>Actions by status, source, owner, due date pressure, and closure trend — all on one screen.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892040" y="1920240"/>
            <a:ext cx="3977640" cy="493776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56048" y="1920240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468112" y="19568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My Actions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68112" y="21762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4D2"/>
                </a:solidFill>
              </a:rPr>
              <a:t>Every user sees only their own actions — clear personal accountability without noise.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892040" y="2487168"/>
            <a:ext cx="3977640" cy="493776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56048" y="2487168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468112" y="25237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Overdue / Priority View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68112" y="27432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4D2"/>
                </a:solidFill>
              </a:rPr>
              <a:t>'Overdue First' and 'Due This Week' smart views — know exactly what needs chasing.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892040" y="3054096"/>
            <a:ext cx="3977640" cy="493776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56048" y="3054096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📎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468112" y="309067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Evidence Upload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468112" y="33101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4D2"/>
                </a:solidFill>
              </a:rPr>
              <a:t>Attach photos, documents, or emails as proof of closure — evidence stored against the action forever.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892040" y="3621024"/>
            <a:ext cx="3977640" cy="493776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56048" y="3621024"/>
            <a:ext cx="457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468112" y="3657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Cross-Module Linking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468112" y="387705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D4D2"/>
                </a:solidFill>
              </a:rPr>
              <a:t>Every action linked back to its source — NCR, MOC, audit finding, or inspection — full traceability.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15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cloud beats server.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D4D2"/>
                </a:solidFill>
              </a:rPr>
              <a:t>Server-based HSEQ systems were built for the office. Enshore IMS is built for the way you actually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17520" y="1234440"/>
            <a:ext cx="274320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0" y="1234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Traditional Server System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0" y="1234440"/>
            <a:ext cx="3017520" cy="384048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Enshore IMS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246888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19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Access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719072"/>
            <a:ext cx="27432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71907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Office only / VPN required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719072"/>
            <a:ext cx="301752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16752" y="17190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Any device, anywhere, any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21408"/>
            <a:ext cx="246888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214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Mobile / Field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2121408"/>
            <a:ext cx="27432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21214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Desktop browser only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2121408"/>
            <a:ext cx="301752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12140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Full mobile-optimised interface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523744"/>
            <a:ext cx="246888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23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Inspections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017520" y="2523744"/>
            <a:ext cx="27432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52374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Paper → manual data entry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523744"/>
            <a:ext cx="301752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52374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Digital, on-site, evidence upload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246888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926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Reports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17520" y="2926080"/>
            <a:ext cx="27432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90672" y="29260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Hours to compile in Excel/Word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926080"/>
            <a:ext cx="301752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9260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One click — instant PDF output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328416"/>
            <a:ext cx="246888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328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017520" y="3328416"/>
            <a:ext cx="27432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90672" y="33284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Manual email chasing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3328416"/>
            <a:ext cx="301752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332841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Automatic at every workflow step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730752"/>
            <a:ext cx="246888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30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Updates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17520" y="3730752"/>
            <a:ext cx="27432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90672" y="373075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IT team, downtime risk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943600" y="3730752"/>
            <a:ext cx="301752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6752" y="373075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Instant, zero downtime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133088"/>
            <a:ext cx="246888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33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Disaster Recovery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017520" y="4133088"/>
            <a:ext cx="27432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90672" y="413308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Server backup risk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4133088"/>
            <a:ext cx="301752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16752" y="413308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Cloud-hosted, always replicated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535424"/>
            <a:ext cx="246888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5354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Cost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017520" y="4535424"/>
            <a:ext cx="27432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90672" y="45354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</a:rPr>
              <a:t>✗  Hardware + licences + IT support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943600" y="4535424"/>
            <a:ext cx="301752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16752" y="453542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</a:rPr>
              <a:t>✓  Subscription, no infrastructure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16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ROLE-BASED ACCESS &amp; SECURITY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Right person. Right data.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Right time.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Role-based permissions ensure every user sees exactly what they need — nothing more.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Admin-configurable with per-module permission overrides.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73152" cy="100584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304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Manager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670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All modules, full access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19456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2304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HSE Officer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56432" y="2670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HSE + Actions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19456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23042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Quality Engineer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1072" y="2670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Quality + Documents + Actions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383280"/>
            <a:ext cx="73152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93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Document Controller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Documents + Actions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91840" y="338328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91840" y="3383280"/>
            <a:ext cx="73152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3493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Asset Manager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56432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Assets + Actions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338328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3383280"/>
            <a:ext cx="73152" cy="10058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493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Viewer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38587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Read-only across all modules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17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Automated workflows.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Zero chasing.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Email notifications fire automatically at every workflow step — document reviews, approvals, action assignments, and overdue alerts. Your team always knows what needs their attention.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102352" y="347472"/>
            <a:ext cx="3931920" cy="256032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74320"/>
            <a:ext cx="393192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3A9B9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274320"/>
            <a:ext cx="3931920" cy="201168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02352" y="329184"/>
            <a:ext cx="82296" cy="822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30368" y="32918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58384" y="329184"/>
            <a:ext cx="82296" cy="822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A4F4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310896"/>
            <a:ext cx="3337560" cy="128016"/>
          </a:xfrm>
          <a:prstGeom prst="rect">
            <a:avLst/>
          </a:prstGeom>
          <a:solidFill>
            <a:srgbClr val="245958"/>
          </a:solidFill>
          <a:ln w="12700">
            <a:solidFill>
              <a:srgbClr val="2459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41264" y="301752"/>
            <a:ext cx="3310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A0D4D2"/>
                </a:solidFill>
              </a:rPr>
              <a:t>localhost:3000</a:t>
            </a:r>
            <a:endParaRPr lang="en-US" sz="600" dirty="0"/>
          </a:p>
        </p:txBody>
      </p:sp>
      <p:pic>
        <p:nvPicPr>
          <p:cNvPr id="13" name="Image 0" descr="C:\Users\JBeaton\asset-quality-webapp\screenshots\14_peo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7488" y="475488"/>
            <a:ext cx="3895344" cy="234086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29200" y="28712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</a:rPr>
              <a:t>People Management — shared directory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2999232"/>
            <a:ext cx="82296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99923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78992" y="2999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Document submitted for review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434840" y="29992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Reviewer receives email with direct link to the document.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340156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78992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Document approved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434840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Originator notified when their document goes Live.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803904"/>
            <a:ext cx="82296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380390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78992" y="38039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Action assigned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34840" y="38039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Owner receives immediate notification with due date.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solidFill>
            <a:srgbClr val="1A4F4E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42062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78992" y="4206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Overdue action alert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434840" y="4206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Automatic reminders for actions past their due date.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" y="4608576"/>
            <a:ext cx="8229600" cy="347472"/>
          </a:xfrm>
          <a:prstGeom prst="rect">
            <a:avLst/>
          </a:prstGeom>
          <a:solidFill>
            <a:srgbClr val="164241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" y="4608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78992" y="46085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AINM investigation due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434840" y="46085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D4D2"/>
                </a:solidFill>
              </a:rPr>
              <a:t>Investigator notified when Part 1 or Part 2 is overdue.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4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18 / 20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system delivers today.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65960" cy="1554480"/>
          </a:xfrm>
          <a:prstGeom prst="rect">
            <a:avLst/>
          </a:prstGeom>
          <a:solidFill>
            <a:srgbClr val="3A9B9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468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Controlled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Documents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65960" cy="1554480"/>
          </a:xfrm>
          <a:prstGeom prst="rect">
            <a:avLst/>
          </a:prstGeom>
          <a:solidFill>
            <a:srgbClr val="3A9B9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Live Digital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Inspection Forms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65960" cy="1554480"/>
          </a:xfrm>
          <a:prstGeom prst="rect">
            <a:avLst/>
          </a:prstGeom>
          <a:solidFill>
            <a:srgbClr val="3A9B9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188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Integrated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Modules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65960" cy="1554480"/>
          </a:xfrm>
          <a:prstGeom prst="rect">
            <a:avLst/>
          </a:prstGeom>
          <a:solidFill>
            <a:srgbClr val="3A9B98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1887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920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Cloud-Hosted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Always 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1965960" cy="1554480"/>
          </a:xfrm>
          <a:prstGeom prst="rect">
            <a:avLst/>
          </a:prstGeom>
          <a:solidFill>
            <a:srgbClr val="164241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17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1-click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576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PDF Report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Generation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2834640"/>
            <a:ext cx="1965960" cy="1554480"/>
          </a:xfrm>
          <a:prstGeom prst="rect">
            <a:avLst/>
          </a:prstGeom>
          <a:solidFill>
            <a:srgbClr val="164241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3017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Auto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46888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Email Workflow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Notifications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1965960" cy="1554480"/>
          </a:xfrm>
          <a:prstGeom prst="rect">
            <a:avLst/>
          </a:prstGeom>
          <a:solidFill>
            <a:srgbClr val="164241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0" y="3017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QR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7200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Field-Ready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Access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75120" y="2834640"/>
            <a:ext cx="1965960" cy="1554480"/>
          </a:xfrm>
          <a:prstGeom prst="rect">
            <a:avLst/>
          </a:prstGeom>
          <a:solidFill>
            <a:srgbClr val="164241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75120" y="30175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Mobile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675120" y="3749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On-Site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D1F2F0"/>
                </a:solidFill>
              </a:rPr>
              <a:t>Capture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846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19 / 20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</a:rPr>
              <a:t>GETTING STARTED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Up and running in days, not months.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 servers to procure. No software to install. No IT project to manage.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Users access the system via browser — desktop, tablet, or phone.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810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User Setup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8992" y="205740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Admin creates user accounts and assigns roles. People records added for workflow notifications.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8229600" cy="566928"/>
          </a:xfrm>
          <a:prstGeom prst="rect">
            <a:avLst/>
          </a:prstGeom>
          <a:solidFill>
            <a:srgbClr val="D1F2F0"/>
          </a:solidFill>
          <a:ln w="12700">
            <a:solidFill>
              <a:srgbClr val="D1F2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68880"/>
            <a:ext cx="384048" cy="384048"/>
          </a:xfrm>
          <a:prstGeom prst="ellipse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Reference 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69748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Departments, document types, inspection forms, and asset categories configured in Admin / Settings.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Document Import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8992" y="333756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Existing documents imported into the register. Review dates and owners assigned.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566928"/>
          </a:xfrm>
          <a:prstGeom prst="rect">
            <a:avLst/>
          </a:prstGeom>
          <a:solidFill>
            <a:srgbClr val="D1F2F0"/>
          </a:solidFill>
          <a:ln w="12700">
            <a:solidFill>
              <a:srgbClr val="D1F2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749040"/>
            <a:ext cx="384048" cy="384048"/>
          </a:xfrm>
          <a:prstGeom prst="ellipse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Training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" y="397764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Module walkthroughs for each role group. Most users are confident within a single session.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2976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F2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78992" y="43708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Go Live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" y="461772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System goes live. All workflows, notifications, and dashboards active from day one.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3A9B98"/>
          </a:solidFill>
          <a:ln w="12700">
            <a:solidFill>
              <a:srgbClr val="3A9B98"/>
            </a:solidFill>
            <a:prstDash val="solid"/>
          </a:ln>
        </p:spPr>
      </p:sp>
      <p:pic>
        <p:nvPicPr>
          <p:cNvPr id="3" name="Image 0" descr="C:\Users\JBeaton\asset-quality-webapp\screenshots\01_home.jp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5074920" y="365760"/>
            <a:ext cx="3931920" cy="2468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74920" y="365760"/>
            <a:ext cx="3931920" cy="2468880"/>
          </a:xfrm>
          <a:prstGeom prst="rect">
            <a:avLst/>
          </a:prstGeom>
          <a:solidFill>
            <a:srgbClr val="3A9B98">
              <a:alpha val="5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457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2C39A"/>
                </a:solidFill>
              </a:rPr>
              <a:t>ENSHORE SUBSEA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One system.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Every module.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</a:rPr>
              <a:t>Total control.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109728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788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Live dashboards  ·  Auto PDF reports  ·  Mobile inspections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A0D4D2"/>
                </a:solidFill>
              </a:rPr>
              <a:t>QR code access  ·  Email workflows  ·  Role-based security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584448"/>
            <a:ext cx="256032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Request a Live Demo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E9D"/>
                </a:solidFill>
              </a:rPr>
              <a:t>jbeaton@enshoresubsea.com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709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Built by Enshore Subsea  ·  Hosted on Vercel  ·  Powered by Supabase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74920" y="301752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Quality · HSE · Documents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Risk · Assets · Actions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74920" y="38404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1F2F0"/>
                </a:solidFill>
              </a:rPr>
              <a:t>One platform built for subsea operations.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74920" y="4343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enshore-ims.vercel.app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Enshore IMS – Integrated Management System</dc:title>
  <dc:subject>PptxGenJS Presentation</dc:subject>
  <dc:creator>Enshore Subsea</dc:creator>
  <cp:lastModifiedBy>Enshore Subsea</cp:lastModifiedBy>
  <cp:revision>1</cp:revision>
  <dcterms:created xsi:type="dcterms:W3CDTF">2026-06-10T13:57:12Z</dcterms:created>
  <dcterms:modified xsi:type="dcterms:W3CDTF">2026-06-10T13:57:12Z</dcterms:modified>
</cp:coreProperties>
</file>